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Библиотечная система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управления на CoreWCF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индивидуального проекта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Введение в CoreWCF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Обзор проекта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3035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5661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Management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Полнофункциональная система для управления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библиотекой на базе CoreWCF.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книг (CRUD)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читателями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и возврат книг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библиотеки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аутентификация + ролевая авторизация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Пользователи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155448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 ко всем операциям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606040"/>
            <a:ext cx="54864" cy="8686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Библиотекарь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044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книгами, читателями, выдачами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365760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365760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Читатель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096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каталога и своих выдач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— Clean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566928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89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Interfaces, Exceptions, Enums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810512"/>
            <a:ext cx="3886200" cy="56692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562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DTOs, Service Contracts, Business Services, Validators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523744"/>
            <a:ext cx="3657600" cy="56692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2569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816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Repositories, UnitOfWork, SeedData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34440" y="3236976"/>
            <a:ext cx="3429000" cy="566928"/>
          </a:xfrm>
          <a:prstGeom prst="rect">
            <a:avLst/>
          </a:prstGeom>
          <a:solidFill>
            <a:srgbClr val="60A5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32826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5295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CoreWCF Host, Serilog, DI Configuration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63040" y="3950208"/>
            <a:ext cx="3200400" cy="566928"/>
          </a:xfrm>
          <a:prstGeom prst="rect">
            <a:avLst/>
          </a:prstGeom>
          <a:solidFill>
            <a:srgbClr val="93C5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00200" y="3995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2428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Server, ChannelFactory,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097280"/>
            <a:ext cx="3566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1097280"/>
            <a:ext cx="54864" cy="3383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Clean Architecture?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6916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ответственности между слоями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Тестируемость бизнес-логики в изоляции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Независимость от фреймворков и БД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Лёгкая замена инфраструктуры (InMemory → SQL)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Чёткие границы модулей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Контракты данных и служб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6576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ILibraryService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[ServiceContract] — 15 операций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Authenticate(user, pass)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GetAllBooks / GetBookById / SearchBooks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AddBook / UpdateBook / DeleteBook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GetAllReaders / GetReaderById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RegisterReader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LendBook / ReturnBook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GetLoansByReader / GetOverdueLoans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GetStatistics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Transfer Objects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[DataContract] / [DataMember]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BookDto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1214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полей (Title, Author, ISBN, Year, Genre...)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359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ReaderDto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560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полей (FullName, Email, Phone...)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798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LoanDto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999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полей (BookTitle, LoanDate, DueDate...)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2369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AuthTokenDto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438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поля (Token, Username, Role, ExpiresAt)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675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SearchCriteriaDto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8770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поля (Title?, Author?, Genre?)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LibraryStatsDto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315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полей (TotalBooks, ActiveLoans...)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Транспорты — HTTP и TCP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27432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— BasicHttpBinding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Порт 5000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SOAP/XML формат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Совместимость с любым HTTP-клиентом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 в отладке (текстовый протокол)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через прокси и файрволлы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TCP — NetTcpBinding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Порт 8090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Бинарный протокол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производительность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Меньший размер сообщений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Оптимален для intranet-сценариев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переключает транспорт в реальном времени через чекбокс на каждой странице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Аутентификация и авторизация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657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Кастомный JWT (HMAC-SHA256)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без Microsoft.IdentityModel</a:t>
            </a:r>
            <a:endParaRPr lang="en-US" sz="1200" dirty="0"/>
          </a:p>
          <a:p>
            <a:pPr lvl="1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(конфликт версий на .NET 8)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Base64(header).Base64(payload).Base64(sig)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Подпись: HMAC-SHA256 с секретным ключом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Валидация: подпись, срок, издатель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передаётся параметром в каждый метод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роли на сервере перед операцией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051560"/>
            <a:ext cx="33832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051560"/>
            <a:ext cx="54864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Матрица ролей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45920"/>
          <a:ext cx="3017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"/>
                <a:gridCol w="457200"/>
                <a:gridCol w="4572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Просмотр книг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Добавить книгу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Удалить книгу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Читатели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Выдачи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Статистика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Reader, L = Librarian, A = Admin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бизнес-правила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Выдача книг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доступности экземпляров перед выдачей. Автоматический расчёт срока возврата (14 дней).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Просрочки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отслеживание просроченных выдач. Просроченные выдачи выделены красным в UI.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8036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Валидация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ISBN, обязательных полей. Ограничение операций по ролям.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88036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Экземпляры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Каскадное обновление AvailableCopies при выдаче и возврате книг.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База данных и хранение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6576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Framework 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InMemory Provider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таблицы: Books, Readers, Loans,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для каждой сущности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UnitOfWork для транзакций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SeedData — начальные данные при старте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lifetime для DbContext и DI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заменить на SQL Server / PostgreSQL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54864" cy="3657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Паттерны доступа к данным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IBookRepository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Search + Count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267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IReaderRepository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4963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FindByEmail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7980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ILoanRepository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30266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ByReader + Overdue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3284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IUserRepository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557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FindByUsername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858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IUnitOfWork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4087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SaveChangesAsync()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Клиентская часть — Blazor Server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Авторизация, выбор транспорта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54864" cy="1143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с навигацией по роли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54864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поиск, фильтрация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54864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список читателей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46888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46888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Выдача, возврат, просрочки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46888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468880"/>
            <a:ext cx="54864" cy="1143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Сводные показатели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ChannelFactory&lt;ILibraryService&gt;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для HTTP и TCP  |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SessionService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для токена  |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Обработка ошибок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FaultException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Бизнес-ошибки (доступ, не найдено, нет экземпляров)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CommunicationException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соединения с сервером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5720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99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TimeoutException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Превышение времени ожидания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1097280"/>
            <a:ext cx="54864" cy="3474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ErrorHandler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16459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Централизованная обработка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Русскоязычные сообщения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FaultException.Message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alert-danger / alert-success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Спиннеры при загрузке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«Закрыть» у алертов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Тестирование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A7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unit-тестов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проходят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097280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097280"/>
            <a:ext cx="54864" cy="20116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КТ-4: Сервер (22 теста)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AuthServiceTests — 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BookServiceTests — 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LoanServiceTests — 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234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КТ-5: Клиент (18 тестов)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SessionServiceTests — 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ErrorHandlerTests — 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Инструменты тестирования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тестовый фреймворк  | 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мокирование зависимостей  | 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InMemory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тестовая БД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Логирование — Serilog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6576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Logging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Sink — вывод в консоль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Sink — ротация по дням</a:t>
            </a:r>
            <a:endParaRPr lang="en-US" sz="12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logs/library-YYYY-MM-DD.log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UseSerilogRequestLogging()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каждой бизнес-операции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54864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Уровни логирования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1709928"/>
            <a:ext cx="73152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9110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Детальная отладочная информация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2221992"/>
            <a:ext cx="73152" cy="3657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203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2423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события и операции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2734056"/>
            <a:ext cx="7315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2715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9352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Подозрительные ситуации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3246120"/>
            <a:ext cx="73152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3227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34472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Ошибки, не прерывающие работу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3758184"/>
            <a:ext cx="73152" cy="365760"/>
          </a:xfrm>
          <a:prstGeom prst="rect">
            <a:avLst/>
          </a:prstGeom>
          <a:solidFill>
            <a:srgbClr val="991111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37398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9593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Критические сбои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Этапы разработки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1261872"/>
            <a:ext cx="256032" cy="256032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17904"/>
            <a:ext cx="73152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097280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097280"/>
            <a:ext cx="54864" cy="59436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143000"/>
            <a:ext cx="731520" cy="256032"/>
          </a:xfrm>
          <a:prstGeom prst="rect">
            <a:avLst/>
          </a:prstGeom>
          <a:solidFill>
            <a:srgbClr val="93C5FD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КТ-1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DeviceMonitoringService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1417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CoreWCF с HTTP + TCP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011680"/>
            <a:ext cx="256032" cy="25603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267712"/>
            <a:ext cx="73152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1847088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1847088"/>
            <a:ext cx="54864" cy="5943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1892808"/>
            <a:ext cx="731520" cy="256032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КТ-2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1892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SecureBankingService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21671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аутентификация, роли, аудит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2761488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017520"/>
            <a:ext cx="73152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2596896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0" y="2596896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2642616"/>
            <a:ext cx="73152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КТ-3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2642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291693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библиотеки, 12 операций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3511296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3767328"/>
            <a:ext cx="73152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0" y="3346704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0" y="3346704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1600200" y="3392424"/>
            <a:ext cx="73152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КТ-4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68880" y="3392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LibrarySystem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00200" y="36667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EF Core, Serilog, 22 теста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4261104"/>
            <a:ext cx="256032" cy="25603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1600" y="4096512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71600" y="4096512"/>
            <a:ext cx="54864" cy="5943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5" name="Text 33"/>
          <p:cNvSpPr/>
          <p:nvPr/>
        </p:nvSpPr>
        <p:spPr>
          <a:xfrm>
            <a:off x="1600200" y="4142232"/>
            <a:ext cx="731520" cy="256032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КТ-5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68880" y="4142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LibrarySystemClient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00200" y="44165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Server, 18 тестов, UI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github.com/FinalKvanta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Возможности расширения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0058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61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 / PostgreSQL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InMemory — изменения только в Infrastructure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5156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61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gRPC транспорт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нового высокопроизводительного транспорта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Параллельный REST контроллер рядом с WCF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2860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 кэширование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часто запрашиваемых данных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2044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Email-уведомления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Оповещения о просроченных выдачах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520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52044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Импорт/экспорт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в CSV, XML форматах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 проекта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проектов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76656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+ CoreWCF + EF Core + Serilog + Blazor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аутентификация + ролевая авторизация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обработка ошибок (FaultException)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7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Библиотечная система управления на CoreWCF</dc:title>
  <dc:subject>PptxGenJS Presentation</dc:subject>
  <dc:creator>FinalKvanta</dc:creator>
  <cp:lastModifiedBy>FinalKvanta</cp:lastModifiedBy>
  <cp:revision>1</cp:revision>
  <dcterms:created xsi:type="dcterms:W3CDTF">2026-03-23T12:33:11Z</dcterms:created>
  <dcterms:modified xsi:type="dcterms:W3CDTF">2026-03-23T12:33:11Z</dcterms:modified>
</cp:coreProperties>
</file>